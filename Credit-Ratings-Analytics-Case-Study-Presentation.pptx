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Ratings Analytics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6EA5"/>
                </a:solidFill>
              </a:rPr>
              <a:t>Manager - Software Engineering Case Study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Prepared by: Nazreen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Scope: Dashboard, Issuer Detail, Feedback Workflow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 Stack: Angular 19, TypeScript, PrimeNG, SCSS, Jest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572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64D"/>
                </a:solidFill>
              </a:rPr>
              <a:t>Case Study Goals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69480" y="21488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Build three connected screens exactly around the brief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Show clear routing, mock data flow, and form validation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Demonstrate engineering judgement without overbuilding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Present scalability, testing, accessibility, and security thinking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What the case study asked for and what was implemented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Business Need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Analysts need one place to view issuer ratings, supporting drivers, and AI-generated insights.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They also need a structured workflow to submit feedback on rating quality and AI usefulness.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The application must stay simple, responsive, and easy to walk through in a live demo.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Delivered Screens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2763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2784" y="173736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1.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72784" y="201168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list, search, sort, rating tags, responsive table.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627632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737360"/>
            <a:ext cx="1490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2. Detail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38744" y="2011680"/>
            <a:ext cx="1490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Overview, rating history, key drivers, AI insight, actions.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0" y="1627632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04704" y="1737360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3. Feedback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04704" y="20116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4-step form, validation, accessibility, submit dialog.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</a:rPr>
              <a:t>Key Outcome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Angular standalone application with PrimeNG UI components.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Route-driven flow: /dashboard -&gt; /issuer/:id -&gt; /issuer/:id/feedback.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Mock service layer, route resolvers, lazy-loaded pages, OnPush, debounced search, and Jest test coverage.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Component hierarchy, routing setup, service layer, data flow, and state management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3560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App Shell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709928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AppComponent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Route transition loader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Router outlet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85292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" y="3127248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app.routes.ts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lazy routes + resolver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20700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DashboardComponent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72384" y="14813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search / sort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responsive list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4414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IssuerDetailComponent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72384" y="271576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Overview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drivers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AI insight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0" y="35661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367588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FeedbackFormComponent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72384" y="395020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4-step reactive form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status dialog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1671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RatingsService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9864" y="2441448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Mock data access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submit feedback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8388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5270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30184" y="180136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RatingHistory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KeyDriver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AIInsight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285292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Resolver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30184" y="3127248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issuerDetailResolver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preloads route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61320" y="205740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07624" y="216712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State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07624" y="2441448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Route params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resolver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local reactive form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77440" y="178308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20040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4983480" y="1554480"/>
            <a:ext cx="502920" cy="82296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788920"/>
            <a:ext cx="50292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6200000">
            <a:off x="4983480" y="4023360"/>
            <a:ext cx="502920" cy="82296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6200000">
            <a:off x="7635240" y="2651760"/>
            <a:ext cx="411480" cy="64008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635240" y="2651760"/>
            <a:ext cx="411480" cy="640080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0" y="2651760"/>
            <a:ext cx="228600" cy="164592"/>
          </a:xfrm>
          <a:prstGeom prst="chevron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Three main screens shown as annotated diagrams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1: Ratings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Header with app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Table heading + search bar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PrimeNG table with sortable columns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Responsive issuer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and outlook tags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Debounced 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Loading + empty state support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2: Issuer Detail 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4398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Breadcrumb and page 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Issuer summary card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history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Driver cards with scores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AI insight summary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Resolver-based preloading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Back + feedback actions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Clear visual sections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01000" y="1325880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143560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Screen 3: Feedback 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47304" y="1709928"/>
            <a:ext cx="3319272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Layout: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Stepper with 4 steps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User information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Rating evaluation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Detailed driver feedback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Review and submit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Key features: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Reactive form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Required field gating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Accessible focus management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Centered submission dialog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Why the implementation was structured this way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Feature-oriented page structure instead of a deep enterprise folder model to keep the case study readable and fast to demo.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Standalone Angular components for lighter setup and cleaner lazy loading.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Service-based state instead of NgRx because the application state is small, route-scoped, and short-lived.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Route parameters used for entity identity so routes remain refresh-safe, shareable, and bookmarkable.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Route resolver added for detail and feedback screens so critical issuer context loads before activation.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PrimeNG used selectively for table, cards, tags, rating, stepper, dialog, and form controls to stay aligned with the brief.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Trade-Offs &amp; Engineering Choices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Patterns selected for the scope, and what would change later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NgRx vs Service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55648"/>
            <a:ext cx="3227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Chosen: service layer.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Reason: fewer moving parts, faster delivery, enough for route-scoped state.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Scale-up path: move to NgRx or signal store if shared state, optimistic updates, and complex side effects grow.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Resolvers vs Component Fetch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9704" y="1755648"/>
            <a:ext cx="3227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Chosen: resolver for detail routes.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Reason: cleaner route activation and stronger state passing.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Trade-off: route wait time, addressed with an app-level navigation loader.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Simple UI vs Overbuilding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3024" y="1755648"/>
            <a:ext cx="3227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Chosen: deliver exactly what the brief asked for.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Reason: better signal in an interview than building extra patterns that are not needed.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Added practical improvements only where they clearly helped maintainability: lazy routes, OnPush, debounced search, takeUntilDestroyed(), resolver-based loading, and Jest tests.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Kept mock data in the service layer to make the demo self-contained and to preserve a clean backend integration point later.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Testing, Accessibility, and Security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How code quality and user trust were addressed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Testing Strategy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55648"/>
            <a:ext cx="32278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Implemented: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Jest setup for Angular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Screen-level tests for dashboard, detail, and feedback form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Production plan: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unit tests for services, validators, resolver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integration tests for route 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E2E tests for the full user journey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Accessibility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9704" y="1755648"/>
            <a:ext cx="32278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Implemented: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explicit field labels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keyboard-friendly step 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live error announcements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focus management between steps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Next steps: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screen-reader audit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automated axe checks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contrast verification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481328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3024" y="1755648"/>
            <a:ext cx="32278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Demo scope: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generic failure messages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route-driven context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Production plan: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SSO / authentication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role-based authorization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HTTPS + CSP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backend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secure API access by issuer and user role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 &amp; Future Evolution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How the solution would grow beyond the case-study scope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For 50+ issuer types, move to a base issuer contract plus issuer-type-specific sections instead of one large detail component.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For 10,000+ issuers, replace client-side processing with server-side pagination, filtering, and sorting.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Introduce domain-specific feature areas and shared libraries to support multiple developers working in parallel.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Cache frequently visited issuer details and recent dashboard queries to reduce repeated fetches.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Add stronger observability: logging, performance metrics, and error monitoring for real production 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61848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Performance Direction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9984" y="1892808"/>
            <a:ext cx="4279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Backend-driven table queries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virtualization where needed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smaller payloads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predictable render costs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0" y="29260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9984" y="303580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Architecture Direction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9984" y="3310128"/>
            <a:ext cx="4279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Feature libraries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shared design system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stronger state model only when complexity justifies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43434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9984" y="445312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Team Delivery Direction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9984" y="4727448"/>
            <a:ext cx="42793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Clear ownership by feature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standardized patterns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CI quality gates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reusable component inventory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6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Suggested walkthrough during the interview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04241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Part A: Architecture Walkthrough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1801368"/>
            <a:ext cx="29992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1. Briefly explain the business problem.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2. Show the route-driven structure.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3. Walk through the service, models, resolver, and page components.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4. Call out why the architecture stayed intentionally lightweight.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Part B: Product Demo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1144" y="1801368"/>
            <a:ext cx="29992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1. Dashboard search and sorting.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2. Open issuer detail and explain history, drivers, and AI insight.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3. Open feedback form.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4. Show validation, step navigation, accessibility behavior, and submission dialog.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52704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64D"/>
                </a:solidFill>
              </a:rPr>
              <a:t>Part C: Technical Discussion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1801368"/>
            <a:ext cx="29992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Be ready to explain: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trade-offs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scalability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server-side pagination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testing approach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security direction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- accessibility decisions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Recommended close: emphasize that the solution is simple, production-aware, and intentionally aligned with the exact scope of the brief.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3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5F3"/>
                </a:solidFill>
              </a:rPr>
              <a:t>Credit Ratings Analytics Application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 welcome on architecture, trade-offs, scaling strategy, testing, accessibility, and security.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63840" y="1325880"/>
            <a:ext cx="3474720" cy="2743200"/>
          </a:xfrm>
          <a:prstGeom prst="roundRect">
            <a:avLst/>
          </a:prstGeom>
          <a:solidFill>
            <a:srgbClr val="294968"/>
          </a:solidFill>
          <a:ln w="12700">
            <a:solidFill>
              <a:srgbClr val="7FA7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Prepared by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Nazreen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Nazreen | Credit Ratings Analytics | Slide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Ratings Analytics Application - Case Study Presentation</dc:title>
  <dc:subject>Credit Ratings Analytics Application</dc:subject>
  <dc:creator>OpenAI Codex</dc:creator>
  <cp:lastModifiedBy>OpenAI Codex</cp:lastModifiedBy>
  <cp:revision>1</cp:revision>
  <dcterms:created xsi:type="dcterms:W3CDTF">2026-03-15T18:58:18Z</dcterms:created>
  <dcterms:modified xsi:type="dcterms:W3CDTF">2026-03-15T18:58:18Z</dcterms:modified>
</cp:coreProperties>
</file>