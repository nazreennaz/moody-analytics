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Ratings Analytics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6EA5"/>
                </a:solidFill>
              </a:rPr>
              <a:t>Professional Case Study 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Prepared by: Nazreen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Scope: Dashboard, Issuer Detail, Feedback Workflow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Focus: Architecture, Design Decisions, Demo Support, and Scale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417320"/>
            <a:ext cx="4572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64D"/>
                </a:solidFill>
              </a:rPr>
              <a:t>Presentation Covers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69480" y="21488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Architecture diagram and routing/data-flow overview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Technical design and component structure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Implementation highlights for all three screens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Trade-offs, testing strategy, and scalability considerations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Structured to support the live demo and code walkthrough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</a:rPr>
              <a:t>Agenda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Architecture diagram: component hierarchy, routing setup, service layer, data flow, and state management approach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Technical design: key design decisions and component structure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Implementation highlights: diagrams of the dashboard, issuer detail, and feedback screens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Trade-offs and decisions: why specific patterns and technologies were selected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Testing strategy: how code quality is validated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Scalability considerations: how the solution can grow and 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325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</a:rPr>
              <a:t>Application 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62763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9984" y="173736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9984" y="201168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search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21040" y="162763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67344" y="173736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Detail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67344" y="201168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overview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drivers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0" y="162763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04704" y="173736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Feedback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04704" y="201168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stepper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submit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0" y="3337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</a:rPr>
              <a:t>Guiding Principle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6118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Deliver exactly what the brief requested, without unnecessary overbuilding.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Keep the implementation easy to explain during a live code walkthrough.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Show production-aware thinking through routing, testing, performance, and accessibility choices.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Component hierarchy, routing setup, service layer, data flow, and state management approach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3560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App Shell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1709928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AppComponent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Route transition loader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Router outlet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85292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Routing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" y="3127248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app.routes.ts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lazy routes + resolver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6080" y="1097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120700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DashboardComponent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72384" y="148132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search / sort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responsive list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2331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244144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IssuerDetailComponent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72384" y="271576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Overview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drivers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AI insight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367588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FeedbackFormComponent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72384" y="395020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4-step reactive form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status dialog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20574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16712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RatingsService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9864" y="2441448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Mock data access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submit feedback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8388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152704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Models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30184" y="180136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RatingHistory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KeyDriver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AIInsight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3880" y="2743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285292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Resolver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30184" y="312724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issuerDetailResolver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preloads route data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61320" y="2057400"/>
            <a:ext cx="1097280" cy="123444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07624" y="216712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State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07624" y="2441448"/>
            <a:ext cx="804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Route params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resolver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local reactive form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377440" y="1783080"/>
            <a:ext cx="502920" cy="164592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3200400"/>
            <a:ext cx="502920" cy="164592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4983480" y="1554480"/>
            <a:ext cx="502920" cy="822960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2788920"/>
            <a:ext cx="502920" cy="164592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6200000">
            <a:off x="4983480" y="4023360"/>
            <a:ext cx="502920" cy="822960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6200000">
            <a:off x="7635240" y="2651760"/>
            <a:ext cx="411480" cy="640080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7635240" y="2651760"/>
            <a:ext cx="411480" cy="640080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41280" y="2651760"/>
            <a:ext cx="228600" cy="164592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Key design decisions and component structure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2704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Component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801368"/>
            <a:ext cx="31363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 app is organized around user-facing features instead of a deep shared module tree.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Pages: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Issuer 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Feedback Form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Not Found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52704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Data &amp; State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35424" y="1801368"/>
            <a:ext cx="31363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identity flows through route parameters.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Detail payloads are resolved before route activation.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Screen-local UI state stays inside components and reactive forms.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52704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Design Decisions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4464" y="1801368"/>
            <a:ext cx="31363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Standalone Angular components, service-based state, PrimeNG UI controls, lazy-loaded routes, and a lightweight mock-data backend boundary.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Reasoning: this design keeps the code easy to demo, avoids unnecessary complexity, and still leaves a clear path to scale later.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 implementation remains closely aligned with the exact requirements in the case study rather than introducing features outside the brief.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Diagrams showing the three main screens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435608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Screen 1: Ratings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" y="1709928"/>
            <a:ext cx="33192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Layout: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Header with app 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Table heading + search bar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PrimeNG table with sortable columns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Key features: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Responsive issuer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Rating and outlook tags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Debounced search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Loading + empty state support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435608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Screen 2: Issuer Detail 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43984" y="1709928"/>
            <a:ext cx="33192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Layout: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Breadcrumb and page title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Issuer summary card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Rating history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Driver cards with scores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AI insight summary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Key features: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Resolver-based preloading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Back + feedback actions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Clear visual sections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01000" y="1325880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1435608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Screen 3: Feedback 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47304" y="1709928"/>
            <a:ext cx="33192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Layout: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Stepper with 4 steps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User information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Rating evaluation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Detailed driver feedback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Review and submit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Key features: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Reactive form 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Required field gating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Accessible focus management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Centered submission dialog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Trade-Offs and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Why specific patterns and technologies were chosen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Feature-oriented page structure instead of a deep enterprise folder model to keep the case study readable and fast to demo.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Standalone Angular components for lighter setup and cleaner lazy loading.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Service-based state instead of NgRx because the application state is small, route-scoped, and short-lived.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Route parameters used for entity identity so routes remain refresh-safe, shareable, and bookmarkable.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Route resolver added for detail and feedback screens so critical issuer context loads before activation.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PrimeNG used selectively for table, cards, tags, rating, stepper, dialog, and form controls to stay aligned with the brief.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Approach to ensuring code quality and delivery confidence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8132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Current Coverage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55648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Jest tests were added for the three main screens: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issuer 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feedback form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This validates critical render and interaction behavior.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48132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Recommended Layers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35424" y="1755648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1. Unit tests for services, validators, and resolver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2. Component tests for UI behavior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3. Integration tests for route flow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4. E2E tests for the complete user journey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48132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Quality Gates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4464" y="1755648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Automated test runs in CI, code review checklists, linting, accessibility checks, and demo-path regression coverage before release.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Goal: make the walkthrough reliable, keep regressions visible, and prove that both core behavior and user flow have been validated.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 strategy balances current case-study scope with a production-ready testing roadmap.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 Considerations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How the solution can grow and scale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8132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Data 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55648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For 10,000+ issuers, move from client-side table handling to server-side pagination, filtering, and sorting with a backend query API.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48132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Domain Scale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35424" y="1755648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For 50+ issuer types, extend the model into a shared base issuer contract with issuer-type-specific sections and components.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481328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Team 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4464" y="1755648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Split the codebase into clearer feature ownership areas and shared libraries so multiple developers can work in parallel safely.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Performance path: server-side pagination, virtual scrolling where appropriate, caching, and smaller API payloads.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Architecture path: feature libraries, stronger shared UI patterns, and a richer state model only when complexity justifies it.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Delivery path: CI quality gates, reusable design system pieces, and clearer ownership boundaries.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for Live Demo &amp; Code Walkthrough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How the presentation connects to the actual demo 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2704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Demo 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1801368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1. Open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2. Search and sort issuers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3. Navigate to issuer 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4. Explain rating history, drivers, and AI insight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5. Open feedback form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6. Show validation and submission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52704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Code Walkthrough Focus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1144" y="1801368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Walk through: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app.routes.ts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issuer-detail.resolver.ts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ratings.service.ts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dashboard 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detail 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feedback 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Jest tests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52704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Key Message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4464" y="1801368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 implementation is intentionally simple, aligned with the brief, easy to explain, and ready to scale with additional backend and domain complexity.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Additional Quality Considerations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Helpful supporting points for Q&amp;A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10149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Accessibility: explicit form labels, keyboard navigation, focus management, and screen-reader-friendly error announcements.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Security direction: authentication, role-based authorization, HTTPS, CSP, backend validation, and secure issuer-level access control.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Performance improvements already added: lazy routes, OnPush, takeUntilDestroyed(), debounced search, resolver-based detail loading.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Testing setup: Jest-based component tests for the three main screens to support safer iteration.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3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5F3"/>
                </a:solidFill>
              </a:rPr>
              <a:t>Credit Ratings Analytics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Questions welcome on architecture, trade-offs, scaling strategy, testing, accessibility, and security.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63840" y="1325880"/>
            <a:ext cx="3474720" cy="2743200"/>
          </a:xfrm>
          <a:prstGeom prst="roundRect">
            <a:avLst/>
          </a:prstGeom>
          <a:solidFill>
            <a:srgbClr val="294968"/>
          </a:solidFill>
          <a:ln w="12700">
            <a:solidFill>
              <a:srgbClr val="7FA7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1920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Prepared by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Nazreen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Ratings Analytics Application - Professional Case Study Presentation</dc:title>
  <dc:subject>Credit Ratings Analytics Application</dc:subject>
  <dc:creator>OpenAI Codex</dc:creator>
  <cp:lastModifiedBy>OpenAI Codex</cp:lastModifiedBy>
  <cp:revision>1</cp:revision>
  <dcterms:created xsi:type="dcterms:W3CDTF">2026-03-15T19:02:13Z</dcterms:created>
  <dcterms:modified xsi:type="dcterms:W3CDTF">2026-03-15T19:02:13Z</dcterms:modified>
</cp:coreProperties>
</file>